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sepChr m:val=""/>
                          <m:end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2025-12-08T02:47:42Z</dcterms:created>
  <dcterms:modified xsi:type="dcterms:W3CDTF">2025-12-08T02:47:42Z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