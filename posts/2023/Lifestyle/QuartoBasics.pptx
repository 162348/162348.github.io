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r>
                        <m:rPr>
                          <m:sty m:val="p"/>
                        </m:rPr>
                        <m:t>[</m:t>
                      </m:r>
                      <m:r>
                        <m:rPr>
                          <m:sty m:val="p"/>
                        </m:rPr>
                        <m:t>|</m:t>
                      </m:r>
                      <m:r>
                        <m:t>ξ</m:t>
                      </m:r>
                      <m:r>
                        <m:rPr>
                          <m:sty m:val="p"/>
                        </m:rPr>
                        <m:t>|</m:t>
                      </m:r>
                      <m:r>
                        <m:rPr>
                          <m:sty m:val="p"/>
                        </m:rPr>
                        <m:t>&lt;</m:t>
                      </m:r>
                      <m:r>
                        <m:t>t</m:t>
                      </m:r>
                      <m:r>
                        <m:rPr>
                          <m:sty m:val="p"/>
                        </m:rPr>
                        <m:t>]</m:t>
                      </m:r>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2026-10-11T21:59:22Z</dcterms:created>
  <dcterms:modified xsi:type="dcterms:W3CDTF">2026-10-11T21:59:22Z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