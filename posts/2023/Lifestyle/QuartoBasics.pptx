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2026-06-10T08:16:58Z</dcterms:created>
  <dcterms:modified xsi:type="dcterms:W3CDTF">2026-06-10T08:16:58Z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engines">
    <vt:lpwstr/>
  </property>
  <property fmtid="{D5CDD505-2E9C-101B-9397-08002B2CF9AE}" pid="17" name="header-includes">
    <vt:lpwstr/>
  </property>
  <property fmtid="{D5CDD505-2E9C-101B-9397-08002B2CF9AE}" pid="18" name="image">
    <vt:lpwstr>fig-parametric.svg</vt:lpwstr>
  </property>
  <property fmtid="{D5CDD505-2E9C-101B-9397-08002B2CF9AE}" pid="19" name="include-after">
    <vt:lpwstr/>
  </property>
  <property fmtid="{D5CDD505-2E9C-101B-9397-08002B2CF9AE}" pid="20" name="include-before">
    <vt:lpwstr/>
  </property>
  <property fmtid="{D5CDD505-2E9C-101B-9397-08002B2CF9AE}" pid="21" name="labels">
    <vt:lpwstr/>
  </property>
  <property fmtid="{D5CDD505-2E9C-101B-9397-08002B2CF9AE}" pid="22" name="title-block-banner">
    <vt:lpwstr>True</vt:lpwstr>
  </property>
  <property fmtid="{D5CDD505-2E9C-101B-9397-08002B2CF9AE}" pid="23" name="toc-title">
    <vt:lpwstr>Table of contents</vt:lpwstr>
  </property>
</Properties>
</file>