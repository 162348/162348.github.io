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ph id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r>
                        <m:rPr>
                          <m:sty m:val="p"/>
                        </m:rPr>
                        <m:t>[</m:t>
                      </m:r>
                      <m:r>
                        <m:rPr>
                          <m:sty m:val="p"/>
                        </m:rPr>
                        <m:t>|</m:t>
                      </m:r>
                      <m:r>
                        <m:t>ξ</m:t>
                      </m:r>
                      <m:r>
                        <m:rPr>
                          <m:sty m:val="p"/>
                        </m:rPr>
                        <m:t>|</m:t>
                      </m:r>
                      <m:r>
                        <m:rPr>
                          <m:sty m:val="p"/>
                        </m:rPr>
                        <m:t>&lt;</m:t>
                      </m:r>
                      <m:r>
                        <m:t>t</m:t>
                      </m:r>
                      <m:r>
                        <m:rPr>
                          <m:sty m:val="p"/>
                        </m:rPr>
                        <m:t>]</m:t>
                      </m:r>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2026-06-02T05:30:48Z</dcterms:created>
  <dcterms:modified xsi:type="dcterms:W3CDTF">2026-06-02T05:30:48Z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engines">
    <vt:lpwstr/>
  </property>
  <property fmtid="{D5CDD505-2E9C-101B-9397-08002B2CF9AE}" pid="17" name="header-includes">
    <vt:lpwstr/>
  </property>
  <property fmtid="{D5CDD505-2E9C-101B-9397-08002B2CF9AE}" pid="18" name="image">
    <vt:lpwstr>fig-parametric.svg</vt:lpwstr>
  </property>
  <property fmtid="{D5CDD505-2E9C-101B-9397-08002B2CF9AE}" pid="19" name="include-after">
    <vt:lpwstr/>
  </property>
  <property fmtid="{D5CDD505-2E9C-101B-9397-08002B2CF9AE}" pid="20" name="include-before">
    <vt:lpwstr/>
  </property>
  <property fmtid="{D5CDD505-2E9C-101B-9397-08002B2CF9AE}" pid="21" name="labels">
    <vt:lpwstr/>
  </property>
  <property fmtid="{D5CDD505-2E9C-101B-9397-08002B2CF9AE}" pid="22" name="title-block-banner">
    <vt:lpwstr>True</vt:lpwstr>
  </property>
  <property fmtid="{D5CDD505-2E9C-101B-9397-08002B2CF9AE}" pid="23" name="toc-title">
    <vt:lpwstr>Table of contents</vt:lpwstr>
  </property>
</Properties>
</file>