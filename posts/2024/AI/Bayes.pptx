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(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⊂</m:t>
                    </m:r>
                    <m:r>
                      <m:rPr>
                        <m:sty m:val="p"/>
                      </m:rPr>
                      <m:t>[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y</m:t>
                    </m:r>
                    <m:r>
                      <m:rPr>
                        <m:sty m:val="p"/>
                      </m:rPr>
                      <m:t>|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|</m:t>
                    </m:r>
                    <m:r>
                      <m:t>y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rPr>
                            <m:sty m:val="p"/>
                          </m:rP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cr m:val="script"/>
                        <m:sty m:val="p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g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F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P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cr m:val="script"/>
                        <m:sty m:val="p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cr m:val="script"/>
                        <m:sty m:val="p"/>
                      </m:rPr>
                      <m:t>L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cr m:val="script"/>
                        <m:sty m:val="p"/>
                      </m:rPr>
                      <m:t>X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G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)</m:t>
                      </m:r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g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r>
                      <m:rPr>
                        <m:sty m:val="p"/>
                      </m:rPr>
                      <m:t>[</m:t>
                    </m:r>
                    <m:r>
                      <m:t>B</m:t>
                    </m:r>
                    <m:r>
                      <m:rPr>
                        <m:sty m:val="p"/>
                      </m:rPr>
                      <m:t>|</m:t>
                    </m:r>
                    <m:r>
                      <m:rPr>
                        <m:sty m:val="p"/>
                      </m:rPr>
                      <m:t>Θ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G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λ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eqArr>
                        <m:e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B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∫"/>
                                  <m:limLoc m:val="subSup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rPr>
                                      <m:scr m:val="double-struck"/>
                                      <m:sty m:val="p"/>
                                    </m:rPr>
                                    <m:t>R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p</m:t>
                                  </m:r>
                                </m:e>
                              </m:nary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λ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eqArr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eqArr>
                        <m:e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E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g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E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sSub>
                            <m:e>
                              <m:r>
                                <m:t>1</m:t>
                              </m:r>
                            </m:e>
                            <m:sub>
                              <m:r>
                                <m:t>B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σ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B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∫"/>
                                  <m:limLoc m:val="subSup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rPr>
                                      <m:scr m:val="double-struck"/>
                                      <m:sty m:val="p"/>
                                    </m:rPr>
                                    <m:t>R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g</m:t>
                                  </m:r>
                                </m:e>
                              </m:nary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λ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eqAr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|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rPr>
                              <m:sty m:val="p"/>
                            </m:rP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2026-10-14T01:00:33Z</dcterms:created>
  <dcterms:modified xsi:type="dcterms:W3CDTF">2026-10-14T01:00:33Z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header-includes">
    <vt:lpwstr/>
  </property>
  <property fmtid="{D5CDD505-2E9C-101B-9397-08002B2CF9AE}" pid="15" name="image">
    <vt:lpwstr>Images/Bayes.svg</vt:lpwstr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slide-number">
    <vt:lpwstr>True</vt:lpwstr>
  </property>
  <property fmtid="{D5CDD505-2E9C-101B-9397-08002B2CF9AE}" pid="20" name="subtitle">
    <vt:lpwstr>数学による統一的アプローチ</vt:lpwstr>
  </property>
  <property fmtid="{D5CDD505-2E9C-101B-9397-08002B2CF9AE}" pid="21" name="title-block-banner">
    <vt:lpwstr>True</vt:lpwstr>
  </property>
  <property fmtid="{D5CDD505-2E9C-101B-9397-08002B2CF9AE}" pid="22" name="toc-title">
    <vt:lpwstr>Table of contents</vt:lpwstr>
  </property>
</Properties>
</file>