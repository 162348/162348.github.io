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sepChr m:val=""/>
                                    <m:endChr m:val="]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sepChr m:val=""/>
                                        <m:endChr m:val="]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2026-03-11T14:17:22Z</dcterms:created>
  <dcterms:modified xsi:type="dcterms:W3CDTF">2026-03-11T14:17:22Z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header-includes">
    <vt:lpwstr/>
  </property>
  <property fmtid="{D5CDD505-2E9C-101B-9397-08002B2CF9AE}" pid="15" name="image">
    <vt:lpwstr>Images/Bayes.svg</vt:lpwstr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slide-number">
    <vt:lpwstr>True</vt:lpwstr>
  </property>
  <property fmtid="{D5CDD505-2E9C-101B-9397-08002B2CF9AE}" pid="20" name="subtitle">
    <vt:lpwstr>数学による統一的アプローチ</vt:lpwstr>
  </property>
  <property fmtid="{D5CDD505-2E9C-101B-9397-08002B2CF9AE}" pid="21" name="title-block-banner">
    <vt:lpwstr>True</vt:lpwstr>
  </property>
  <property fmtid="{D5CDD505-2E9C-101B-9397-08002B2CF9AE}" pid="22" name="toc-title">
    <vt:lpwstr>Table of contents</vt:lpwstr>
  </property>
</Properties>
</file>