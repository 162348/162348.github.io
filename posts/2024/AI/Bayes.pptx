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⊂</m:t>
                    </m:r>
                    <m:r>
                      <m:rPr>
                        <m:sty m:val="p"/>
                      </m:rPr>
                      <m:t>[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|</m:t>
                    </m:r>
                    <m:r>
                      <m:t>y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F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L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)</m:t>
                      </m:r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|</m:t>
                    </m:r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p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sSub>
                            <m:e>
                              <m:r>
                                <m:t>1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2026-03-30T06:15:19Z</dcterms:created>
  <dcterms:modified xsi:type="dcterms:W3CDTF">2026-03-30T06:15:19Z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engines">
    <vt:lpwstr/>
  </property>
  <property fmtid="{D5CDD505-2E9C-101B-9397-08002B2CF9AE}" pid="15" name="header-includes">
    <vt:lpwstr/>
  </property>
  <property fmtid="{D5CDD505-2E9C-101B-9397-08002B2CF9AE}" pid="16" name="image">
    <vt:lpwstr>Images/Bayes.svg</vt:lpwstr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slide-number">
    <vt:lpwstr>True</vt:lpwstr>
  </property>
  <property fmtid="{D5CDD505-2E9C-101B-9397-08002B2CF9AE}" pid="21" name="subtitle">
    <vt:lpwstr>数学による統一的アプローチ</vt:lpwstr>
  </property>
  <property fmtid="{D5CDD505-2E9C-101B-9397-08002B2CF9AE}" pid="22" name="title-block-banner">
    <vt:lpwstr>True</vt:lpwstr>
  </property>
  <property fmtid="{D5CDD505-2E9C-101B-9397-08002B2CF9AE}" pid="23" name="toc-title">
    <vt:lpwstr>Table of contents</vt:lpwstr>
  </property>
</Properties>
</file>