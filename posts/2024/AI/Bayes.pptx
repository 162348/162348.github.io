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(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t>a</m:t>
                    </m:r>
                    <m:r>
                      <m:rPr>
                        <m:sty m:val="p"/>
                      </m:rPr>
                      <m:t>,</m:t>
                    </m:r>
                    <m:r>
                      <m:t>b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⊂</m:t>
                    </m:r>
                    <m:r>
                      <m:rPr>
                        <m:sty m:val="p"/>
                      </m:rPr>
                      <m:t>[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y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|</m:t>
                    </m:r>
                    <m:r>
                      <m:t>y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rPr>
                            <m:sty m:val="p"/>
                          </m:rP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cr m:val="script"/>
                        <m:sty m:val="p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F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cr m:val="script"/>
                        <m:sty m:val="p"/>
                      </m:rPr>
                      <m:t>L</m:t>
                    </m:r>
                    <m:r>
                      <m:rPr>
                        <m:sty m:val="p"/>
                      </m:rPr>
                      <m:t>(</m:t>
                    </m:r>
                    <m:r>
                      <m:rPr>
                        <m:scr m:val="script"/>
                        <m:sty m:val="p"/>
                      </m:rPr>
                      <m:t>X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)</m:t>
                      </m:r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g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cr m:val="script"/>
                          <m:sty m:val="p"/>
                        </m:rPr>
                        <m:t>G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r>
                      <m:rPr>
                        <m:sty m:val="p"/>
                      </m:rPr>
                      <m:t>[</m:t>
                    </m:r>
                    <m:r>
                      <m:t>B</m:t>
                    </m:r>
                    <m:r>
                      <m:rPr>
                        <m:sty m:val="p"/>
                      </m:rPr>
                      <m:t>|</m:t>
                    </m:r>
                    <m:r>
                      <m:rPr>
                        <m:sty m:val="p"/>
                      </m:rPr>
                      <m:t>Θ</m:t>
                    </m:r>
                    <m:r>
                      <m:rPr>
                        <m:sty m:val="p"/>
                      </m:rPr>
                      <m:t>]</m:t>
                    </m:r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(</m:t>
                    </m:r>
                    <m:r>
                      <m:rPr>
                        <m:sty m:val="p"/>
                      </m:rPr>
                      <m:t>Ω</m:t>
                    </m:r>
                    <m:r>
                      <m:rPr>
                        <m:sty m:val="p"/>
                      </m:rPr>
                      <m:t>,</m:t>
                    </m:r>
                    <m:r>
                      <m:rPr>
                        <m:scr m:val="script"/>
                        <m:sty m:val="p"/>
                      </m:rPr>
                      <m:t>G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sty m:val="p"/>
                        </m:rPr>
                        <m:t>[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rPr>
                          <m:sty m:val="p"/>
                        </m:rPr>
                        <m:t>Θ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]</m:t>
                      </m:r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λ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d</m:t>
                      </m:r>
                      <m:r>
                        <m:t>ω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p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eqArr>
                        <m:e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g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E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sSub>
                            <m:e>
                              <m:r>
                                <m:t>1</m:t>
                              </m:r>
                            </m:e>
                            <m:sub>
                              <m:r>
                                <m:t>B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σ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cr m:val="double-struck"/>
                                  <m:sty m:val="p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[</m:t>
                          </m:r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</m:rP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]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e>
                          <m:r>
                            <m:t>&amp;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B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nary>
                                <m:naryPr>
                                  <m:chr m:val="∫"/>
                                  <m:limLoc m:val="subSup"/>
                                  <m:subHide m:val="off"/>
                                  <m:supHide m:val="on"/>
                                </m:naryPr>
                                <m:sub>
                                  <m:r>
                                    <m:rPr>
                                      <m:scr m:val="double-struck"/>
                                      <m:sty m:val="p"/>
                                    </m:rPr>
                                    <m:t>R</m:t>
                                  </m:r>
                                </m:sub>
                                <m:sup>
                                  <m:r>
                                    <m:t>​</m:t>
                                  </m:r>
                                </m:sup>
                                <m:e>
                                  <m:r>
                                    <m:t>g</m:t>
                                  </m:r>
                                </m:e>
                              </m:nary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p>
                          </m:sSup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λ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d</m:t>
                          </m:r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rPr>
                              <m:sty m:val="p"/>
                            </m:rPr>
                            <m:t>.</m:t>
                          </m:r>
                        </m:e>
                      </m:eqAr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</m:rP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p</m:t>
                          </m:r>
                          <m:r>
                            <m:rPr>
                              <m:sty m:val="p"/>
                            </m:rPr>
                            <m:t>(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)</m:t>
                          </m:r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x</m:t>
                    </m:r>
                    <m:r>
                      <m:rPr>
                        <m:sty m:val="p"/>
                      </m:rPr>
                      <m:t>|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r>
                      <m:rPr>
                        <m:sty m:val="p"/>
                      </m:rPr>
                      <m:t>(</m:t>
                    </m:r>
                    <m:r>
                      <m:t>θ</m:t>
                    </m:r>
                    <m:r>
                      <m:rPr>
                        <m:sty m:val="p"/>
                      </m:rPr>
                      <m:t>)</m:t>
                    </m:r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rPr>
                              <m:sty m:val="p"/>
                            </m:rP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r>
                        <m:rPr>
                          <m:sty m:val="p"/>
                        </m:rPr>
                        <m:t>(</m:t>
                      </m:r>
                      <m:r>
                        <m:t>x</m:t>
                      </m:r>
                      <m:r>
                        <m:rPr>
                          <m:sty m:val="p"/>
                        </m:rPr>
                        <m:t>|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p</m:t>
                      </m:r>
                      <m:r>
                        <m:rPr>
                          <m:sty m:val="p"/>
                        </m:rPr>
                        <m:t>(</m:t>
                      </m:r>
                      <m:r>
                        <m:t>θ</m:t>
                      </m:r>
                      <m:r>
                        <m:rPr>
                          <m:sty m:val="p"/>
                        </m:rPr>
                        <m:t>)</m:t>
                      </m:r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2026-10-20T21:58:58Z</dcterms:created>
  <dcterms:modified xsi:type="dcterms:W3CDTF">2026-10-20T21:58:58Z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