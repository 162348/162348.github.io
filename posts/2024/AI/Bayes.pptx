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sepChr m:val=""/>
                                    <m:endChr m:val="]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sepChr m:val=""/>
                                        <m:endChr m:val="]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2026-02-14T06:38:10Z</dcterms:created>
  <dcterms:modified xsi:type="dcterms:W3CDTF">2026-02-14T06:38:10Z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