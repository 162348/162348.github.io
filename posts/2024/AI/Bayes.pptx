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⊂</m:t>
                    </m:r>
                    <m:r>
                      <m:rPr>
                        <m:sty m:val="p"/>
                      </m:rPr>
                      <m:t>[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|</m:t>
                    </m:r>
                    <m:r>
                      <m:t>y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F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L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)</m:t>
                      </m:r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|</m:t>
                    </m:r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p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sSub>
                            <m:e>
                              <m:r>
                                <m:t>1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2026-10-10T22:59:07Z</dcterms:created>
  <dcterms:modified xsi:type="dcterms:W3CDTF">2026-10-10T22:59:07Z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