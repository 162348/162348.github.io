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endChr m:val=""/>
                          <m:sep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b</m:t>
                        </m:r>
                      </m:e>
                    </m:d>
                    <m:r>
                      <m:rPr>
                        <m:sty m:val="p"/>
                      </m:rPr>
                      <m:t>⊂</m:t>
                    </m:r>
                    <m:d>
                      <m:dPr>
                        <m:begChr m:val="["/>
                        <m:endChr m:val="]"/>
                        <m:sepChr m:val="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θ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F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</m:rPr>
                          <m:t>P</m:t>
                        </m:r>
                      </m:e>
                    </m:d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  <m:scr m:val="script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L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rPr>
                            <m:sty m:val="p"/>
                            <m:scr m:val="script"/>
                          </m:rPr>
                          <m:t>X</m:t>
                        </m:r>
                      </m:e>
                    </m:d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B</m:t>
                          </m:r>
                        </m:e>
                      </m:d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  <m:scr m:val="script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d>
                      <m:dPr>
                        <m:begChr m:val="["/>
                        <m:endChr m:val="]"/>
                        <m:sepChr m:val=""/>
                        <m:grow/>
                      </m:dPr>
                      <m:e>
                        <m:r>
                          <m:t>B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λ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</m:nary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p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Q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E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g</m:t>
                                </m:r>
                                <m:d>
                                  <m:dPr>
                                    <m:begChr m:val="("/>
                                    <m:endChr m:val=")"/>
                                    <m:sepChr m:val=""/>
                                    <m:grow/>
                                  </m:dPr>
                                  <m:e>
                                    <m:r>
                                      <m:t>Θ</m:t>
                                    </m:r>
                                  </m:e>
                                </m:d>
                                <m:r>
                                  <m:rPr>
                                    <m:sty m:val="p"/>
                                  </m:rPr>
                                  <m:t>E</m:t>
                                </m:r>
                                <m:d>
                                  <m:dPr>
                                    <m:begChr m:val="["/>
                                    <m:endChr m:val="]"/>
                                    <m:sepChr m:val=""/>
                                    <m:grow/>
                                  </m:dPr>
                                  <m:e>
                                    <m:sSub>
                                      <m:e>
                                        <m:r>
                                          <m:t>1</m:t>
                                        </m:r>
                                      </m:e>
                                      <m:sub>
                                        <m:r>
                                          <m:t>B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m:t>|</m:t>
                                    </m:r>
                                    <m:r>
                                      <m:t>σ</m:t>
                                    </m:r>
                                    <m:d>
                                      <m:dPr>
                                        <m:begChr m:val="["/>
                                        <m:endChr m:val="]"/>
                                        <m:sepChr m:val=""/>
                                        <m:grow/>
                                      </m:dPr>
                                      <m:e>
                                        <m:r>
                                          <m:t>Θ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t>g</m:t>
                                </m:r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g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2024-07-26T08:09:47Z</dcterms:created>
  <dcterms:modified xsi:type="dcterms:W3CDTF">2024-07-26T08:09:47Z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ategories">
    <vt:lpwstr/>
  </property>
  <property fmtid="{D5CDD505-2E9C-101B-9397-08002B2CF9AE}" pid="7" name="comment">
    <vt:lpwstr>False</vt:lpwstr>
  </property>
  <property fmtid="{D5CDD505-2E9C-101B-9397-08002B2CF9AE}" pid="8" name="comments">
    <vt:lpwstr/>
  </property>
  <property fmtid="{D5CDD505-2E9C-101B-9397-08002B2CF9AE}" pid="9" name="crossref">
    <vt:lpwstr/>
  </property>
  <property fmtid="{D5CDD505-2E9C-101B-9397-08002B2CF9AE}" pid="10" name="csl">
    <vt:lpwstr>../../../apalike.csl</vt:lpwstr>
  </property>
  <property fmtid="{D5CDD505-2E9C-101B-9397-08002B2CF9AE}" pid="11" name="date">
    <vt:lpwstr>4/28/2024</vt:lpwstr>
  </property>
  <property fmtid="{D5CDD505-2E9C-101B-9397-08002B2CF9AE}" pid="12" name="date-format">
    <vt:lpwstr>M/DD/YYYY</vt:lpwstr>
  </property>
  <property fmtid="{D5CDD505-2E9C-101B-9397-08002B2CF9AE}" pid="13" name="header-includes">
    <vt:lpwstr/>
  </property>
  <property fmtid="{D5CDD505-2E9C-101B-9397-08002B2CF9AE}" pid="14" name="image">
    <vt:lpwstr>Images/Bayes.svg</vt:lpwstr>
  </property>
  <property fmtid="{D5CDD505-2E9C-101B-9397-08002B2CF9AE}" pid="15" name="include-after">
    <vt:lpwstr/>
  </property>
  <property fmtid="{D5CDD505-2E9C-101B-9397-08002B2CF9AE}" pid="16" name="include-before">
    <vt:lpwstr/>
  </property>
  <property fmtid="{D5CDD505-2E9C-101B-9397-08002B2CF9AE}" pid="17" name="labels">
    <vt:lpwstr/>
  </property>
  <property fmtid="{D5CDD505-2E9C-101B-9397-08002B2CF9AE}" pid="18" name="slide-number">
    <vt:lpwstr>True</vt:lpwstr>
  </property>
  <property fmtid="{D5CDD505-2E9C-101B-9397-08002B2CF9AE}" pid="19" name="subtitle">
    <vt:lpwstr>数学による統一的アプローチ</vt:lpwstr>
  </property>
  <property fmtid="{D5CDD505-2E9C-101B-9397-08002B2CF9AE}" pid="20" name="title-block-banner">
    <vt:lpwstr>True</vt:lpwstr>
  </property>
  <property fmtid="{D5CDD505-2E9C-101B-9397-08002B2CF9AE}" pid="21" name="toc-title">
    <vt:lpwstr>Table of contents</vt:lpwstr>
  </property>
</Properties>
</file>